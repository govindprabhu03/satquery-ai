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25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</a:rPr>
              <a:t>SATQUERY AI  ·  FEATURE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1F5F9"/>
                </a:solidFill>
                <a:latin typeface="Segoe UI"/>
              </a:rPr>
              <a:t>Explore a Region &amp; Earthquake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4A3B8"/>
                </a:solidFill>
                <a:latin typeface="Segoe UI"/>
              </a:rPr>
              <a:t>Two place-and-time driven modes that pull real external data — no image upload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Govind Prabhu  ·  SIH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MODE 01 — VEGETATION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1F5F9"/>
                </a:solidFill>
                <a:latin typeface="Segoe UI"/>
              </a:rPr>
              <a:t>Explore a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Name any place and two years — SatQuery fetches real Sentinel-2 satellite scenes itself and measures how vegetation cover actually changed. No image upload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25780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Sentinel-2 L2A imagery (ESA / Copernicus)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Microsoft Planetary Computer STAC catalog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OpenStreetMap Nominatim (geocoding)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Sentinel-2 Scene Classification Layer (cloud/shadow mask)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7919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81528"/>
            <a:ext cx="4892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FastAPI + pystac-client + planetary-computer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odc-stac, rasterio/rioxarray, numpy, pandas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Pillow + scipy.ndimage for map rendering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PostgreSQL cache · Gemini for the narrative summary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React frontend (Tailwind + Framer Motion)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MODE 01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1F5F9"/>
                </a:solidFill>
                <a:latin typeface="Segoe UI"/>
              </a:rPr>
              <a:t>Explore a Region: request →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99339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Cache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Same place + same years asked before? Return the saved result instantly — real historical data never changes.</a:t>
            </a:r>
          </a:p>
        </p:txBody>
      </p:sp>
      <p:sp>
        <p:nvSpPr>
          <p:cNvPr id="10" name="Chevron 9"/>
          <p:cNvSpPr/>
          <p:nvPr/>
        </p:nvSpPr>
        <p:spPr>
          <a:xfrm>
            <a:off x="2690714" y="3364992"/>
            <a:ext cx="164590" cy="219456"/>
          </a:xfrm>
          <a:prstGeom prst="chevron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5305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9897" y="199339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897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Geocode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897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Place name → lat/lon + a small bounding box via Nominatim.</a:t>
            </a:r>
          </a:p>
        </p:txBody>
      </p:sp>
      <p:sp>
        <p:nvSpPr>
          <p:cNvPr id="15" name="Chevron 14"/>
          <p:cNvSpPr/>
          <p:nvPr/>
        </p:nvSpPr>
        <p:spPr>
          <a:xfrm>
            <a:off x="4905939" y="3364992"/>
            <a:ext cx="164590" cy="219456"/>
          </a:xfrm>
          <a:prstGeom prst="chevron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0530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5122" y="199339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5122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Parallel fetch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5122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Search &amp; load Sentinel-2 scenes for both time periods at once, cloud-mask them, apply the sensor baseline fix.</a:t>
            </a:r>
          </a:p>
        </p:txBody>
      </p:sp>
      <p:sp>
        <p:nvSpPr>
          <p:cNvPr id="20" name="Chevron 19"/>
          <p:cNvSpPr/>
          <p:nvPr/>
        </p:nvSpPr>
        <p:spPr>
          <a:xfrm>
            <a:off x="7121165" y="3364992"/>
            <a:ext cx="164590" cy="219456"/>
          </a:xfrm>
          <a:prstGeom prst="chevron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85756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348" y="199339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348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Compute NDVI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348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Median-composite each period, diff the two, get % vegetated area + mean change.</a:t>
            </a:r>
          </a:p>
        </p:txBody>
      </p:sp>
      <p:sp>
        <p:nvSpPr>
          <p:cNvPr id="25" name="Chevron 24"/>
          <p:cNvSpPr/>
          <p:nvPr/>
        </p:nvSpPr>
        <p:spPr>
          <a:xfrm>
            <a:off x="9336390" y="3364992"/>
            <a:ext cx="164590" cy="219456"/>
          </a:xfrm>
          <a:prstGeom prst="chevron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0981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65573" y="199339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573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Render + narrate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573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Draw before/after/change maps, send the stats to Gemini for a plain-language summary.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7185"/>
                </a:solidFill>
                <a:latin typeface="Consolas"/>
              </a:rPr>
              <a:t>MODE 02 — SEISMIC RISK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1F5F9"/>
                </a:solidFill>
                <a:latin typeface="Segoe UI"/>
              </a:rPr>
              <a:t>Earthquake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1F5F9"/>
                </a:solidFill>
                <a:latin typeface="Segoe UI"/>
              </a:rPr>
              <a:t>Name any place — SatQuery pulls real historical earthquakes, checks distance to major fault systems, and scores seismic risk with a tailored preparedness checklist.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25780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7185"/>
                </a:solidFill>
                <a:latin typeface="Segoe UI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USGS Earthquake Catalog (FDSN Event API) — real M2.5+ events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OpenStreetMap Nominatim (geocoding)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Curated list of 20 major world fault systems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Esri map tiles (dark canvas + satellite imagery)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7919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81528"/>
            <a:ext cx="4892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FastAPI + requests (USGS / Nominatim calls)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Deterministic risk formula (no ML model)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PostgreSQL for persistence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Leaflet.js interactive map, dark/satellite toggle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1F5F9"/>
                </a:solidFill>
                <a:latin typeface="Segoe UI"/>
              </a:rPr>
              <a:t>•  React frontend (Tailwind + Framer Motion)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Note: this is real-data risk profiling, not earthquake prediction — there's no forecasting model involved.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7185"/>
                </a:solidFill>
                <a:latin typeface="Consolas"/>
              </a:rPr>
              <a:t>MODE 02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1F5F9"/>
                </a:solidFill>
                <a:latin typeface="Segoe UI"/>
              </a:rPr>
              <a:t>Earthquake Risk: request →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993392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Geocode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Place name → lat/lon via Nominatim.</a:t>
            </a:r>
          </a:p>
        </p:txBody>
      </p:sp>
      <p:sp>
        <p:nvSpPr>
          <p:cNvPr id="10" name="Chevron 9"/>
          <p:cNvSpPr/>
          <p:nvPr/>
        </p:nvSpPr>
        <p:spPr>
          <a:xfrm>
            <a:off x="2690714" y="3364992"/>
            <a:ext cx="164590" cy="219456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5305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9897" y="1993392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897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Pull real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897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Query USGS for every M2.5+ quake within the radius over the chosen years (up to 500).</a:t>
            </a:r>
          </a:p>
        </p:txBody>
      </p:sp>
      <p:sp>
        <p:nvSpPr>
          <p:cNvPr id="15" name="Chevron 14"/>
          <p:cNvSpPr/>
          <p:nvPr/>
        </p:nvSpPr>
        <p:spPr>
          <a:xfrm>
            <a:off x="4905939" y="3364992"/>
            <a:ext cx="164590" cy="219456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0530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5122" y="1993392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5122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Fault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5122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Find the nearest of 20 curated major fault systems by great-circle distance.</a:t>
            </a:r>
          </a:p>
        </p:txBody>
      </p:sp>
      <p:sp>
        <p:nvSpPr>
          <p:cNvPr id="20" name="Chevron 19"/>
          <p:cNvSpPr/>
          <p:nvPr/>
        </p:nvSpPr>
        <p:spPr>
          <a:xfrm>
            <a:off x="7121165" y="3364992"/>
            <a:ext cx="164590" cy="219456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85756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0348" y="1993392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348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348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Energy + magnitude + frequency terms, plus a fault-proximity bonus → a 0-100 risk score.</a:t>
            </a:r>
          </a:p>
        </p:txBody>
      </p:sp>
      <p:sp>
        <p:nvSpPr>
          <p:cNvPr id="25" name="Chevron 24"/>
          <p:cNvSpPr/>
          <p:nvPr/>
        </p:nvSpPr>
        <p:spPr>
          <a:xfrm>
            <a:off x="9336390" y="3364992"/>
            <a:ext cx="164590" cy="219456"/>
          </a:xfrm>
          <a:prstGeom prst="chevron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0981" y="1828800"/>
            <a:ext cx="2050633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65573" y="1993392"/>
            <a:ext cx="365760" cy="36576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101C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573" y="2487168"/>
            <a:ext cx="172144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1F5F9"/>
                </a:solidFill>
                <a:latin typeface="Segoe UI"/>
              </a:rPr>
              <a:t>Checklist +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573" y="3063240"/>
            <a:ext cx="172144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Segoe UI"/>
              </a:rPr>
              <a:t>Build a risk-scaled preparedness checklist; plot the point and every quake on an interactive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25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Consolas"/>
              </a:rPr>
              <a:t>IN COMMON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5F9"/>
                </a:solidFill>
                <a:latin typeface="Segoe UI"/>
              </a:rPr>
              <a:t>Same shape, different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Geocode  →  pull real external data  →  compute a real number from it  →  (optionally) have Gemini explain it in plain language  →  show it.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Neither mode uses a trained model to produce its core numbers — NDVI is direct band math, and seismic risk is a transparent formula over real USGS history. That makes both outputs ground-truthable, not a black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